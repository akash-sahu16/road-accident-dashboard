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Road Accident Dashboard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Client KPI Insights Presentation</a:t>
            </a:r>
          </a:p>
          <a:p>
            <a:r>
              <a:t>Akash Kumar – Data Analysis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Goal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client wanted insights from road accident data for the years 2021 and 2022.</a:t>
            </a:r>
          </a:p>
          <a:p>
            <a:pPr/>
            <a:r>
              <a:t>The objective is to understand accident patterns and casualty trends.</a:t>
            </a:r>
          </a:p>
          <a:p>
            <a:pPr/>
            <a:r>
              <a:t>The dashboard helps analyse accidents by vehicle type, road condition, location, and time.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casualties analysed: 417,883</a:t>
            </a:r>
          </a:p>
          <a:p>
            <a:pPr/>
            <a:r>
              <a:t>Data includes accident severity, vehicle type, road conditions, and location.</a:t>
            </a:r>
          </a:p>
          <a:p>
            <a:pPr/>
            <a:r>
              <a:t>The analysis compares trends between 2021 and 2022.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Primary KPI – Casualties by Severity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The total casualties recorded are 417,883.</a:t>
            </a:r>
          </a:p>
          <a:p>
            <a:r>
              <a:t>Most injuries are slight injuries compared to fatal and serious injuries.</a:t>
            </a:r>
          </a:p>
        </p:txBody>
      </p:sp>
      <p:pic>
        <p:nvPicPr>
          <p:cNvPr id="4" name="Picture 3" descr="chart_seve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42672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Secondary KPI – Casualties by Vehicle 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Cars contribute to the highest number of casualties.</a:t>
            </a:r>
          </a:p>
          <a:p>
            <a:r>
              <a:t>This indicates passenger vehicles are most involved in accidents.</a:t>
            </a:r>
          </a:p>
        </p:txBody>
      </p:sp>
      <p:pic>
        <p:nvPicPr>
          <p:cNvPr id="4" name="Picture 3" descr="chart_vehi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42672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Monthly Casualty Trend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comparison shows how accident casualties changed month by month between 2021 and 2022.</a:t>
            </a:r>
          </a:p>
        </p:txBody>
      </p:sp>
      <p:pic>
        <p:nvPicPr>
          <p:cNvPr id="4" name="Picture 3" descr="chart_month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42672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 Surface Impact on Accidents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Most accidents happen on dry roads, followed by wet and snowy surfaces.</a:t>
            </a:r>
          </a:p>
        </p:txBody>
      </p:sp>
      <p:pic>
        <p:nvPicPr>
          <p:cNvPr id="4" name="Picture 3" descr="chart_surf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42672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Urban vs Rural Accidents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Urban areas show a higher number of casualties compared to rural areas.</a:t>
            </a:r>
          </a:p>
        </p:txBody>
      </p:sp>
      <p:pic>
        <p:nvPicPr>
          <p:cNvPr id="4" name="Picture 3" descr="chart_lo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42672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vs Night Accident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Most accidents happen during daylight when traffic is higher.</a:t>
            </a:r>
          </a:p>
        </p:txBody>
      </p:sp>
      <p:pic>
        <p:nvPicPr>
          <p:cNvPr id="4" name="Picture 3" descr="chart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42672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 from the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Cars are responsible for the highest number of casualties.</a:t>
            </a:r>
          </a:p>
          <a:p>
            <a:pPr/>
            <a:r>
              <a:t>Urban areas have more accidents than rural areas.</a:t>
            </a:r>
          </a:p>
          <a:p>
            <a:pPr/>
            <a:r>
              <a:t>Most accidents occur during daylight hours.</a:t>
            </a:r>
          </a:p>
          <a:p>
            <a:pPr/>
            <a:r>
              <a:t>Dry road surfaces show the highest accident counts.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dashboard helps identify major accident patterns.</a:t>
            </a:r>
          </a:p>
          <a:p>
            <a:pPr/>
            <a:r>
              <a:t>Vehicle type, road conditions, and location strongly influence accident rates.</a:t>
            </a:r>
          </a:p>
          <a:p>
            <a:pPr/>
            <a:r>
              <a:t>These insights can help improve road safety planning and awareness.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